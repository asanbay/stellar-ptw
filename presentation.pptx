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Stellar PTW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Система управления нарядами-допусками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Презентация проекта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О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Stellar PTW</a:t>
            </a:r>
            <a:r>
              <a:rPr/>
              <a:t> - профессиональная система управления разрешениями на работы (Permit-to-Work) для промышленных предприятий.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Ключевые факты:</a:t>
            </a:r>
          </a:p>
          <a:p>
            <a:pPr lvl="0"/>
            <a:r>
              <a:rPr/>
              <a:t>✅ Production Ready</a:t>
            </a:r>
          </a:p>
          <a:p>
            <a:pPr lvl="0"/>
            <a:r>
              <a:rPr/>
              <a:t>🌐 Онлайн доступ: https://stellar-ptw.me</a:t>
            </a:r>
          </a:p>
          <a:p>
            <a:pPr lvl="0"/>
            <a:r>
              <a:rPr/>
              <a:t>🔐 Безопасность на уровне Enterprise</a:t>
            </a:r>
          </a:p>
          <a:p>
            <a:pPr lvl="0"/>
            <a:r>
              <a:rPr/>
              <a:t>🌍 3 языка: Русский, Türkçe, English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Назначение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Система создана для: - 📋 Управления нарядами-допусками (PTW) - 👥 Учета персонала и их ролей - 📢 Информирования сотрудников - 📊 Аналитики и отчетности - ✅ Соблюдения процедур безопасности STE-PR-10-05-Rev2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Целевая аудитория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Кто использует систему:</a:t>
            </a:r>
          </a:p>
          <a:p>
            <a:pPr lvl="0" indent="0" marL="0">
              <a:buNone/>
            </a:pPr>
            <a:r>
              <a:rPr b="1"/>
              <a:t>Администраторы:</a:t>
            </a:r>
            <a:r>
              <a:rPr/>
              <a:t> - Руководители служб - HSE менеджеры - Начальники участков</a:t>
            </a:r>
          </a:p>
          <a:p>
            <a:pPr lvl="0" indent="0" marL="0">
              <a:buNone/>
            </a:pPr>
            <a:r>
              <a:rPr b="1"/>
              <a:t>Пользователи:</a:t>
            </a:r>
            <a:r>
              <a:rPr/>
              <a:t> - Инженеры - Мастера - Рабочий персонал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Основной функционал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Управление PTW</a:t>
            </a:r>
          </a:p>
          <a:p>
            <a:pPr lvl="0"/>
            <a:r>
              <a:rPr/>
              <a:t>Создание 5 типов разрешений:</a:t>
            </a:r>
          </a:p>
          <a:p>
            <a:pPr lvl="1"/>
            <a:r>
              <a:rPr/>
              <a:t>🏗️ Работы на высоте</a:t>
            </a:r>
          </a:p>
          <a:p>
            <a:pPr lvl="1"/>
            <a:r>
              <a:rPr/>
              <a:t>🔥 Огневые работы</a:t>
            </a:r>
          </a:p>
          <a:p>
            <a:pPr lvl="1"/>
            <a:r>
              <a:rPr/>
              <a:t>🚧 Работы в замкнутых пространствах</a:t>
            </a:r>
          </a:p>
          <a:p>
            <a:pPr lvl="1"/>
            <a:r>
              <a:rPr/>
              <a:t>⛏️ Земляные работы</a:t>
            </a:r>
          </a:p>
          <a:p>
            <a:pPr lvl="1"/>
            <a:r>
              <a:rPr/>
              <a:t>⚠️ Работы с опасными факторами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Основной функционал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Управление персоналом</a:t>
            </a:r>
          </a:p>
          <a:p>
            <a:pPr lvl="0"/>
            <a:r>
              <a:rPr/>
              <a:t>База сотрудников с ролями</a:t>
            </a:r>
          </a:p>
          <a:p>
            <a:pPr lvl="0"/>
            <a:r>
              <a:rPr/>
              <a:t>Автоназначение обязанностей</a:t>
            </a:r>
          </a:p>
          <a:p>
            <a:pPr lvl="0"/>
            <a:r>
              <a:rPr/>
              <a:t>Квалификации и допуски</a:t>
            </a:r>
          </a:p>
          <a:p>
            <a:pPr lvl="0"/>
            <a:r>
              <a:rPr/>
              <a:t>Поиск и фильтрация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Информационный стенд</a:t>
            </a:r>
          </a:p>
          <a:p>
            <a:pPr lvl="0"/>
            <a:r>
              <a:rPr/>
              <a:t>Объявления и уведомления</a:t>
            </a:r>
          </a:p>
          <a:p>
            <a:pPr lvl="0"/>
            <a:r>
              <a:rPr/>
              <a:t>Доступ для всех сотрудников</a:t>
            </a:r>
          </a:p>
          <a:p>
            <a:pPr lvl="0"/>
            <a:r>
              <a:rPr/>
              <a:t>Редактирование администраторами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⚡ Основной функционал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Журнал совмещенных работ</a:t>
            </a:r>
          </a:p>
          <a:p>
            <a:pPr lvl="0"/>
            <a:r>
              <a:rPr/>
              <a:t>Координация параллельных работ</a:t>
            </a:r>
          </a:p>
          <a:p>
            <a:pPr lvl="0"/>
            <a:r>
              <a:rPr/>
              <a:t>Назначение ответственных</a:t>
            </a:r>
          </a:p>
          <a:p>
            <a:pPr lvl="0"/>
            <a:r>
              <a:rPr/>
              <a:t>Связь с нарядами-допусками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Аналитика</a:t>
            </a:r>
          </a:p>
          <a:p>
            <a:pPr lvl="0"/>
            <a:r>
              <a:rPr/>
              <a:t>Статистика по PTW</a:t>
            </a:r>
          </a:p>
          <a:p>
            <a:pPr lvl="0"/>
            <a:r>
              <a:rPr/>
              <a:t>Отчеты по персоналу</a:t>
            </a:r>
          </a:p>
          <a:p>
            <a:pPr lvl="0"/>
            <a:r>
              <a:rPr/>
              <a:t>Экспорт в CSV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Frontend</a:t>
            </a:r>
          </a:p>
          <a:p>
            <a:pPr lvl="0" indent="0">
              <a:buNone/>
            </a:pPr>
            <a:r>
              <a:rPr>
                <a:latin typeface="Courier"/>
              </a:rPr>
              <a:t>React 18 + TypeScript
Vite (быстрая сборка)
Tailwind CSS + Shadcn/UI
Zustand (state management)
React Query (кэширование)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</a:t>
            </a:r>
          </a:p>
          <a:p>
            <a:pPr lvl="0" indent="0">
              <a:buNone/>
            </a:pPr>
            <a:r>
              <a:rPr>
                <a:latin typeface="Courier"/>
              </a:rPr>
              <a:t>Supabase (PostgreSQL)
Row Level Security
Real-time sync
API Gateway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🛠️ Технологии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Deployment</a:t>
            </a:r>
          </a:p>
          <a:p>
            <a:pPr lvl="0" indent="0">
              <a:buNone/>
            </a:pPr>
            <a:r>
              <a:rPr>
                <a:latin typeface="Courier"/>
              </a:rPr>
              <a:t>Vercel (хостинг)
- Бесплатный план
- Безлимитный трафик
- Автоматический SSL
- CDN
Custom Domain
- stellar-ptw.me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🎨 Пользовательский 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Возможности:</a:t>
            </a:r>
          </a:p>
          <a:p>
            <a:pPr lvl="0"/>
            <a:r>
              <a:rPr/>
              <a:t>🎨 </a:t>
            </a:r>
            <a:r>
              <a:rPr b="1"/>
              <a:t>6 цветовых тем</a:t>
            </a:r>
          </a:p>
          <a:p>
            <a:pPr lvl="1"/>
            <a:r>
              <a:rPr/>
              <a:t>Blue, Purple, Green, Orange, Red, Pink</a:t>
            </a:r>
          </a:p>
          <a:p>
            <a:pPr lvl="0"/>
            <a:r>
              <a:rPr/>
              <a:t>🌍 </a:t>
            </a:r>
            <a:r>
              <a:rPr b="1"/>
              <a:t>3 языка</a:t>
            </a:r>
          </a:p>
          <a:p>
            <a:pPr lvl="1"/>
            <a:r>
              <a:rPr/>
              <a:t>Русский, Türkçe, English</a:t>
            </a:r>
          </a:p>
          <a:p>
            <a:pPr lvl="0"/>
            <a:r>
              <a:rPr/>
              <a:t>📱 </a:t>
            </a:r>
            <a:r>
              <a:rPr b="1"/>
              <a:t>Responsive дизайн</a:t>
            </a:r>
          </a:p>
          <a:p>
            <a:pPr lvl="1"/>
            <a:r>
              <a:rPr/>
              <a:t>Desktop, Tablet, Mobile</a:t>
            </a:r>
          </a:p>
          <a:p>
            <a:pPr lvl="0"/>
            <a:r>
              <a:rPr/>
              <a:t>⚡ </a:t>
            </a:r>
            <a:r>
              <a:rPr b="1"/>
              <a:t>Быстрая загрузка</a:t>
            </a:r>
          </a:p>
          <a:p>
            <a:pPr lvl="1"/>
            <a:r>
              <a:rPr/>
              <a:t>&lt; 2 секунды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🔐 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Уровни доступа:</a:t>
            </a:r>
          </a:p>
          <a:p>
            <a:pPr lvl="0" indent="0" marL="0">
              <a:buNone/>
            </a:pPr>
            <a:r>
              <a:rPr b="1"/>
              <a:t>👤 User (Пользователь):</a:t>
            </a:r>
            <a:r>
              <a:rPr/>
              <a:t> - Только просмотр - Доступ ко всей информации</a:t>
            </a:r>
          </a:p>
          <a:p>
            <a:pPr lvl="0" indent="0" marL="0">
              <a:buNone/>
            </a:pPr>
            <a:r>
              <a:rPr b="1"/>
              <a:t>🔒 Admin (Администратор):</a:t>
            </a:r>
            <a:r>
              <a:rPr/>
              <a:t> - Пароль: </a:t>
            </a:r>
            <a:r>
              <a:rPr>
                <a:latin typeface="Courier"/>
              </a:rPr>
              <a:t>123</a:t>
            </a:r>
            <a:r>
              <a:rPr/>
              <a:t> - Редактирование данных - Управление персоналом</a:t>
            </a:r>
          </a:p>
          <a:p>
            <a:pPr lvl="0" indent="0" marL="0">
              <a:buNone/>
            </a:pPr>
            <a:r>
              <a:rPr b="1"/>
              <a:t>🚀 Super Admin:</a:t>
            </a:r>
            <a:r>
              <a:rPr/>
              <a:t> - Пароль: </a:t>
            </a:r>
            <a:r>
              <a:rPr>
                <a:latin typeface="Courier"/>
              </a:rPr>
              <a:t>admin123</a:t>
            </a:r>
            <a:r>
              <a:rPr/>
              <a:t> - Расширенная панель - Полный контроль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🔐 Безопасность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Защита данных:</a:t>
            </a:r>
          </a:p>
          <a:p>
            <a:pPr lvl="0" indent="0" marL="0">
              <a:buNone/>
            </a:pPr>
            <a:r>
              <a:rPr/>
              <a:t>✅ HTTPS (SSL сертификат)</a:t>
            </a:r>
            <a:br/>
            <a:r>
              <a:rPr/>
              <a:t>✅ Row Level Security (Supabase)</a:t>
            </a:r>
            <a:br/>
            <a:r>
              <a:rPr/>
              <a:t>✅ Environment variables защищены</a:t>
            </a:r>
            <a:br/>
            <a:r>
              <a:rPr/>
              <a:t>✅ CORS настроен правильно</a:t>
            </a:r>
            <a:br/>
            <a:r>
              <a:rPr/>
              <a:t>✅ Security headers</a:t>
            </a:r>
            <a:br/>
            <a:r>
              <a:rPr/>
              <a:t>✅ Нет чувствительных данных в коде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Производительность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Метрики:</a:t>
            </a:r>
          </a:p>
          <a:p>
            <a:pPr lvl="0"/>
            <a:r>
              <a:rPr/>
              <a:t>⚡ Первая загрузка: </a:t>
            </a:r>
            <a:r>
              <a:rPr b="1"/>
              <a:t>&lt; 2 сек</a:t>
            </a:r>
          </a:p>
          <a:p>
            <a:pPr lvl="0"/>
            <a:r>
              <a:rPr/>
              <a:t>⚡ Переключение вкладок: </a:t>
            </a:r>
            <a:r>
              <a:rPr b="1"/>
              <a:t>&lt; 0.5 сек</a:t>
            </a:r>
          </a:p>
          <a:p>
            <a:pPr lvl="0"/>
            <a:r>
              <a:rPr/>
              <a:t>⚡ Поиск: </a:t>
            </a:r>
            <a:r>
              <a:rPr b="1"/>
              <a:t>мгновенно</a:t>
            </a:r>
          </a:p>
          <a:p>
            <a:pPr lvl="0"/>
            <a:r>
              <a:rPr/>
              <a:t>📦 Build time: </a:t>
            </a:r>
            <a:r>
              <a:rPr b="1"/>
              <a:t>39 сек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Оптимизации:</a:t>
            </a:r>
          </a:p>
          <a:p>
            <a:pPr lvl="0"/>
            <a:r>
              <a:rPr/>
              <a:t>Lazy loading компонентов</a:t>
            </a:r>
          </a:p>
          <a:p>
            <a:pPr lvl="0"/>
            <a:r>
              <a:rPr/>
              <a:t>Code splitting</a:t>
            </a:r>
          </a:p>
          <a:p>
            <a:pPr lvl="0"/>
            <a:r>
              <a:rPr/>
              <a:t>Мемоизация</a:t>
            </a:r>
          </a:p>
          <a:p>
            <a:pPr lvl="0"/>
            <a:r>
              <a:rPr/>
              <a:t>Кэширование данных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💰 Стоимость эксплуатации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Ежемесячно: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Сервис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План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Стоимость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Vercel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Домен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Годовая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~$1/мес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ИТОГО: ~$1/месяц 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Включено бесплатно:</a:t>
            </a:r>
          </a:p>
          <a:p>
            <a:pPr lvl="0"/>
            <a:r>
              <a:rPr/>
              <a:t>✅ 100 GB bandwidth</a:t>
            </a:r>
          </a:p>
          <a:p>
            <a:pPr lvl="0"/>
            <a:r>
              <a:rPr/>
              <a:t>✅ Unlimited requests</a:t>
            </a:r>
          </a:p>
          <a:p>
            <a:pPr lvl="0"/>
            <a:r>
              <a:rPr/>
              <a:t>✅ 500 MB база данных</a:t>
            </a:r>
          </a:p>
          <a:p>
            <a:pPr lvl="0"/>
            <a:r>
              <a:rPr/>
              <a:t>✅ SSL сертификат</a:t>
            </a:r>
          </a:p>
          <a:p>
            <a:pPr lvl="0"/>
            <a:r>
              <a:rPr/>
              <a:t>✅ CDN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Стоимость разработки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Рыночная оценка проекта:</a:t>
            </a:r>
          </a:p>
          <a:p>
            <a:pPr lvl="0" indent="0" marL="0">
              <a:buNone/>
            </a:pPr>
            <a:r>
              <a:rPr b="1"/>
              <a:t>Россия:</a:t>
            </a:r>
            <a:r>
              <a:rPr/>
              <a:t> - Frontend (React + TS): 300,000 ₽ - Backend (Supabase): 150,000 ₽ - UI/UX дизайн: 200,000 ₽ - Тестирование: 100,000 ₽ - Документация: 100,000 ₽ - Оптимизация: 150,000 ₽</a:t>
            </a:r>
          </a:p>
          <a:p>
            <a:pPr lvl="0" indent="0" marL="0">
              <a:buNone/>
            </a:pPr>
            <a:r>
              <a:rPr b="1"/>
              <a:t>ИТОГО: ~1,000,000 ₽</a:t>
            </a:r>
          </a:p>
          <a:p>
            <a:pPr lvl="0" indent="0" marL="0">
              <a:buNone/>
            </a:pPr>
            <a:r>
              <a:rPr b="1"/>
              <a:t>США/Европа: $15,000 - $25,000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⏱️ Время разработки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Профессиональной команде:</a:t>
            </a:r>
          </a:p>
          <a:p>
            <a:pPr lvl="0" indent="0" marL="0">
              <a:buNone/>
            </a:pPr>
            <a:r>
              <a:rPr b="1"/>
              <a:t>1-2 разработчика:</a:t>
            </a:r>
            <a:r>
              <a:rPr/>
              <a:t> - 3-4 месяца</a:t>
            </a:r>
          </a:p>
          <a:p>
            <a:pPr lvl="0" indent="0" marL="0">
              <a:buNone/>
            </a:pPr>
            <a:r>
              <a:rPr b="1"/>
              <a:t>Команда 3-4 человека:</a:t>
            </a:r>
            <a:r>
              <a:rPr/>
              <a:t> - 1.5-2 месяца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Сложность:</a:t>
            </a:r>
          </a:p>
          <a:p>
            <a:pPr lvl="0" indent="0" marL="0">
              <a:buNone/>
            </a:pPr>
            <a:r>
              <a:rPr/>
              <a:t>⭐⭐⭐⭐ (4 из 5)</a:t>
            </a:r>
          </a:p>
          <a:p>
            <a:pPr lvl="0" indent="0" marL="0">
              <a:buNone/>
            </a:pPr>
            <a:r>
              <a:rPr b="1"/>
              <a:t>Уровень:</a:t>
            </a:r>
            <a:r>
              <a:rPr/>
              <a:t> Middle-Senior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📱 Поддержка устройств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Протестировано: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Desktop</a:t>
            </a:r>
            <a:r>
              <a:rPr/>
              <a:t> - Chrome, Firefox, Safari, Edge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Mobile</a:t>
            </a:r>
            <a:r>
              <a:rPr/>
              <a:t> - iOS Safari - Android Chrome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Tablet</a:t>
            </a:r>
            <a:r>
              <a:rPr/>
              <a:t> - iPad - Android tablets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Особенности:</a:t>
            </a:r>
          </a:p>
          <a:p>
            <a:pPr lvl="0"/>
            <a:r>
              <a:rPr/>
              <a:t>Адаптивная верстка</a:t>
            </a:r>
          </a:p>
          <a:p>
            <a:pPr lvl="0"/>
            <a:r>
              <a:rPr/>
              <a:t>Touch-friendly</a:t>
            </a:r>
          </a:p>
          <a:p>
            <a:pPr lvl="0"/>
            <a:r>
              <a:rPr/>
              <a:t>Оптимизация для малых экранов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Автоматизация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CI/CD настроен:</a:t>
            </a:r>
          </a:p>
          <a:p>
            <a:pPr lvl="0" indent="-342900" marL="342900">
              <a:buAutoNum type="arabicPeriod"/>
            </a:pPr>
            <a:r>
              <a:rPr b="1"/>
              <a:t>Push код в GitHub</a:t>
            </a:r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push origin main</a:t>
            </a:r>
          </a:p>
          <a:p>
            <a:pPr lvl="0" indent="-342900" marL="342900">
              <a:buAutoNum type="arabicPeriod"/>
            </a:pPr>
            <a:r>
              <a:rPr b="1"/>
              <a:t>Vercel автоматически:</a:t>
            </a:r>
          </a:p>
          <a:p>
            <a:pPr lvl="1"/>
            <a:r>
              <a:rPr/>
              <a:t>Скачивает код</a:t>
            </a:r>
          </a:p>
          <a:p>
            <a:pPr lvl="1"/>
            <a:r>
              <a:rPr/>
              <a:t>Запускает build</a:t>
            </a:r>
          </a:p>
          <a:p>
            <a:pPr lvl="1"/>
            <a:r>
              <a:rPr/>
              <a:t>Деплоит на production</a:t>
            </a:r>
          </a:p>
          <a:p>
            <a:pPr lvl="1"/>
            <a:r>
              <a:rPr/>
              <a:t>Обновляет домен</a:t>
            </a:r>
          </a:p>
          <a:p>
            <a:pPr lvl="0" indent="-342900" marL="342900">
              <a:buAutoNum type="arabicPeriod"/>
            </a:pPr>
            <a:r>
              <a:rPr b="1"/>
              <a:t>Результат через 1-2 минуты!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Функциональные возможности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Реализовано: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Модуль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Описание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PTW 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типов разрешений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База сотрудников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 Board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Объявления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Combined 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Журнал работ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Analytics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Отчеты и статистика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CSV экспорт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языка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Themes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тем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уровня доступа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🎓 Образовательная 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Что освоено в проекте:</a:t>
            </a:r>
          </a:p>
          <a:p>
            <a:pPr lvl="0" indent="0" marL="0">
              <a:buNone/>
            </a:pPr>
            <a:r>
              <a:rPr/>
              <a:t>✅ React + TypeScript</a:t>
            </a:r>
            <a:br/>
            <a:r>
              <a:rPr/>
              <a:t>✅ State management (Zustand)</a:t>
            </a:r>
            <a:br/>
            <a:r>
              <a:rPr/>
              <a:t>✅ Data fetching (React Query)</a:t>
            </a:r>
            <a:br/>
            <a:r>
              <a:rPr/>
              <a:t>✅ PostgreSQL (Supabase)</a:t>
            </a:r>
            <a:br/>
            <a:r>
              <a:rPr/>
              <a:t>✅ Row Level Security</a:t>
            </a:r>
            <a:br/>
            <a:r>
              <a:rPr/>
              <a:t>✅ Real-time subscriptions</a:t>
            </a:r>
            <a:br/>
            <a:r>
              <a:rPr/>
              <a:t>✅ Deployment (Vercel)</a:t>
            </a:r>
            <a:br/>
            <a:r>
              <a:rPr/>
              <a:t>✅ DNS конфигурация</a:t>
            </a:r>
            <a:br/>
            <a:r>
              <a:rPr/>
              <a:t>✅ Environment variables</a:t>
            </a:r>
            <a:br/>
            <a:r>
              <a:rPr/>
              <a:t>✅ Performance optimization</a:t>
            </a:r>
          </a:p>
          <a:p>
            <a:pPr lvl="0" indent="0" marL="0">
              <a:buNone/>
            </a:pPr>
            <a:r>
              <a:rPr b="1"/>
              <a:t>Результат: уровень Middle Developer!</a:t>
            </a:r>
            <a:r>
              <a:rPr/>
              <a:t> 🚀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🌟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Почему Stellar PTW: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Бесплатный хостинг</a:t>
            </a:r>
          </a:p>
          <a:p>
            <a:pPr lvl="1"/>
            <a:r>
              <a:rPr/>
              <a:t>Нет ограничений по трафику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Быстрый и удобный</a:t>
            </a:r>
          </a:p>
          <a:p>
            <a:pPr lvl="1"/>
            <a:r>
              <a:rPr/>
              <a:t>Загрузка &lt; 2 секунд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Безопасный</a:t>
            </a:r>
          </a:p>
          <a:p>
            <a:pPr lvl="1"/>
            <a:r>
              <a:rPr/>
              <a:t>Enterprise-уровень защиты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Мультиязычный</a:t>
            </a:r>
          </a:p>
          <a:p>
            <a:pPr lvl="1"/>
            <a:r>
              <a:rPr/>
              <a:t>3 языка из коробки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Адаптивный</a:t>
            </a:r>
          </a:p>
          <a:p>
            <a:pPr lvl="1"/>
            <a:r>
              <a:rPr/>
              <a:t>Работает на всех устройствах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Соответствие стандартам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Процедуры:</a:t>
            </a:r>
          </a:p>
          <a:p>
            <a:pPr lvl="0"/>
            <a:r>
              <a:rPr/>
              <a:t>✅ STE-PR-10-05-Rev2 (PTW процедура)</a:t>
            </a:r>
          </a:p>
          <a:p>
            <a:pPr lvl="0"/>
            <a:r>
              <a:rPr/>
              <a:t>✅ STE-LOG-10-27 (Совмещенные работы)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Типы разрешений:</a:t>
            </a:r>
          </a:p>
          <a:p>
            <a:pPr lvl="0"/>
            <a:r>
              <a:rPr/>
              <a:t>✅ Работы на высоте</a:t>
            </a:r>
          </a:p>
          <a:p>
            <a:pPr lvl="0"/>
            <a:r>
              <a:rPr/>
              <a:t>✅ Огневые работы</a:t>
            </a:r>
          </a:p>
          <a:p>
            <a:pPr lvl="0"/>
            <a:r>
              <a:rPr/>
              <a:t>✅ Замкнутые пространства</a:t>
            </a:r>
          </a:p>
          <a:p>
            <a:pPr lvl="0"/>
            <a:r>
              <a:rPr/>
              <a:t>✅ Земляные работы</a:t>
            </a:r>
          </a:p>
          <a:p>
            <a:pPr lvl="0"/>
            <a:r>
              <a:rPr/>
              <a:t>✅ Опасные факторы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Роли:</a:t>
            </a:r>
          </a:p>
          <a:p>
            <a:pPr lvl="0"/>
            <a:r>
              <a:rPr/>
              <a:t>✅ Issuer (Выдающий)</a:t>
            </a:r>
          </a:p>
          <a:p>
            <a:pPr lvl="0"/>
            <a:r>
              <a:rPr/>
              <a:t>✅ Supervisor (Руководитель работ)</a:t>
            </a:r>
          </a:p>
          <a:p>
            <a:pPr lvl="0"/>
            <a:r>
              <a:rPr/>
              <a:t>✅ Foreman (Бригадир)</a:t>
            </a:r>
          </a:p>
          <a:p>
            <a:pPr lvl="0"/>
            <a:r>
              <a:rPr/>
              <a:t>✅ Worker (Рабочий)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Жизненный цикл PTW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Статусы разрешения:</a:t>
            </a:r>
          </a:p>
          <a:p>
            <a:pPr lvl="0" indent="-342900" marL="342900">
              <a:buAutoNum type="arabicPeriod"/>
            </a:pPr>
            <a:r>
              <a:rPr b="1"/>
              <a:t>Draft</a:t>
            </a:r>
            <a:r>
              <a:rPr/>
              <a:t> (Черновик)</a:t>
            </a:r>
          </a:p>
          <a:p>
            <a:pPr lvl="1"/>
            <a:r>
              <a:rPr/>
              <a:t>Создание и подготовка</a:t>
            </a:r>
          </a:p>
          <a:p>
            <a:pPr lvl="0" indent="-342900" marL="342900">
              <a:buAutoNum type="arabicPeriod"/>
            </a:pPr>
            <a:r>
              <a:rPr b="1"/>
              <a:t>Issued</a:t>
            </a:r>
            <a:r>
              <a:rPr/>
              <a:t> (Выдан)</a:t>
            </a:r>
          </a:p>
          <a:p>
            <a:pPr lvl="1"/>
            <a:r>
              <a:rPr/>
              <a:t>Разрешение выдано</a:t>
            </a:r>
          </a:p>
          <a:p>
            <a:pPr lvl="0" indent="-342900" marL="342900">
              <a:buAutoNum type="arabicPeriod"/>
            </a:pPr>
            <a:r>
              <a:rPr b="1"/>
              <a:t>In Progress</a:t>
            </a:r>
            <a:r>
              <a:rPr/>
              <a:t> (В работе)</a:t>
            </a:r>
          </a:p>
          <a:p>
            <a:pPr lvl="1"/>
            <a:r>
              <a:rPr/>
              <a:t>Работы выполняются</a:t>
            </a:r>
          </a:p>
          <a:p>
            <a:pPr lvl="0" indent="-342900" marL="342900">
              <a:buAutoNum type="arabicPeriod"/>
            </a:pPr>
            <a:r>
              <a:rPr b="1"/>
              <a:t>Completed</a:t>
            </a:r>
            <a:r>
              <a:rPr/>
              <a:t> (Завершено)</a:t>
            </a:r>
          </a:p>
          <a:p>
            <a:pPr lvl="1"/>
            <a:r>
              <a:rPr/>
              <a:t>Работы выполнены</a:t>
            </a:r>
          </a:p>
          <a:p>
            <a:pPr lvl="0" indent="-342900" marL="342900">
              <a:buAutoNum type="arabicPeriod"/>
            </a:pPr>
            <a:r>
              <a:rPr b="1"/>
              <a:t>Closed</a:t>
            </a:r>
            <a:r>
              <a:rPr/>
              <a:t> (Закрыт)</a:t>
            </a:r>
          </a:p>
          <a:p>
            <a:pPr lvl="1"/>
            <a:r>
              <a:rPr/>
              <a:t>Архив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Будущие улучшения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Возможные расширения:</a:t>
            </a:r>
          </a:p>
          <a:p>
            <a:pPr lvl="0" indent="-342900" marL="342900">
              <a:buAutoNum type="arabicPeriod"/>
            </a:pPr>
            <a:r>
              <a:rPr/>
              <a:t>📧 </a:t>
            </a:r>
            <a:r>
              <a:rPr b="1"/>
              <a:t>Email уведомления</a:t>
            </a:r>
          </a:p>
          <a:p>
            <a:pPr lvl="0" indent="-342900" marL="342900">
              <a:buAutoNum type="arabicPeriod"/>
            </a:pPr>
            <a:r>
              <a:rPr/>
              <a:t>🔔 </a:t>
            </a:r>
            <a:r>
              <a:rPr b="1"/>
              <a:t>Push notifications</a:t>
            </a:r>
          </a:p>
          <a:p>
            <a:pPr lvl="0" indent="-342900" marL="342900">
              <a:buAutoNum type="arabicPeriod"/>
            </a:pPr>
            <a:r>
              <a:rPr/>
              <a:t>📱 </a:t>
            </a:r>
            <a:r>
              <a:rPr b="1"/>
              <a:t>PWA</a:t>
            </a:r>
            <a:r>
              <a:rPr/>
              <a:t> (работа offline)</a:t>
            </a:r>
          </a:p>
          <a:p>
            <a:pPr lvl="0" indent="-342900" marL="342900">
              <a:buAutoNum type="arabicPeriod"/>
            </a:pPr>
            <a:r>
              <a:rPr/>
              <a:t>🌍 </a:t>
            </a:r>
            <a:r>
              <a:rPr b="1"/>
              <a:t>Больше языков</a:t>
            </a:r>
          </a:p>
          <a:p>
            <a:pPr lvl="0" indent="-342900" marL="342900">
              <a:buAutoNum type="arabicPeriod"/>
            </a:pPr>
            <a:r>
              <a:rPr/>
              <a:t>📊 </a:t>
            </a:r>
            <a:r>
              <a:rPr b="1"/>
              <a:t>Расширенная аналитика</a:t>
            </a:r>
          </a:p>
          <a:p>
            <a:pPr lvl="0" indent="-342900" marL="342900">
              <a:buAutoNum type="arabicPeriod"/>
            </a:pPr>
            <a:r>
              <a:rPr/>
              <a:t>🤖 </a:t>
            </a:r>
            <a:r>
              <a:rPr b="1"/>
              <a:t>AI ассистент</a:t>
            </a:r>
          </a:p>
          <a:p>
            <a:pPr lvl="0" indent="-342900" marL="342900">
              <a:buAutoNum type="arabicPeriod"/>
            </a:pPr>
            <a:r>
              <a:rPr/>
              <a:t>📷 </a:t>
            </a:r>
            <a:r>
              <a:rPr b="1"/>
              <a:t>Загрузка фото/документов</a:t>
            </a:r>
          </a:p>
          <a:p>
            <a:pPr lvl="0" indent="-342900" marL="342900">
              <a:buAutoNum type="arabicPeriod"/>
            </a:pPr>
            <a:r>
              <a:rPr/>
              <a:t>🔄 </a:t>
            </a:r>
            <a:r>
              <a:rPr b="1"/>
              <a:t>Интеграция с другими системами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📞 Доступ к системе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Ссылки:</a:t>
            </a:r>
          </a:p>
          <a:p>
            <a:pPr lvl="0" indent="0" marL="0">
              <a:buNone/>
            </a:pPr>
            <a:r>
              <a:rPr b="1"/>
              <a:t>Основной домен:</a:t>
            </a:r>
            <a:r>
              <a:rPr/>
              <a:t> 🔗 https://stellar-ptw.me</a:t>
            </a:r>
          </a:p>
          <a:p>
            <a:pPr lvl="0" indent="0" marL="0">
              <a:buNone/>
            </a:pPr>
            <a:r>
              <a:rPr b="1"/>
              <a:t>Альтернативные:</a:t>
            </a:r>
            <a:r>
              <a:rPr/>
              <a:t> - https://stellar-ptw-git-main-asanbeks-projects-9bb861b3.vercel.app - https://stellar-8sxr88f73-asanbeks-projects-9bb861b3.vercel.app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Тестовый доступ:</a:t>
            </a:r>
          </a:p>
          <a:p>
            <a:pPr lvl="0" indent="0" marL="0">
              <a:buNone/>
            </a:pPr>
            <a:r>
              <a:rPr b="1"/>
              <a:t>User:</a:t>
            </a:r>
            <a:r>
              <a:rPr/>
              <a:t> без пароля (только просмотр)</a:t>
            </a:r>
            <a:br/>
            <a:r>
              <a:rPr b="1"/>
              <a:t>Admin:</a:t>
            </a:r>
            <a:r>
              <a:rPr/>
              <a:t> пароль </a:t>
            </a:r>
            <a:r>
              <a:rPr>
                <a:latin typeface="Courier"/>
              </a:rPr>
              <a:t>123</a:t>
            </a:r>
            <a:br/>
            <a:r>
              <a:rPr b="1"/>
              <a:t>Super Admin:</a:t>
            </a:r>
            <a:r>
              <a:rPr/>
              <a:t> пароль </a:t>
            </a:r>
            <a:r>
              <a:rPr>
                <a:latin typeface="Courier"/>
              </a:rPr>
              <a:t>admin123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Документация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Доступна полная документация:</a:t>
            </a:r>
          </a:p>
          <a:p>
            <a:pPr lvl="0" indent="-342900" marL="342900">
              <a:buAutoNum type="arabicPeriod"/>
            </a:pPr>
            <a:r>
              <a:rPr b="1"/>
              <a:t>README.md</a:t>
            </a:r>
            <a:r>
              <a:rPr/>
              <a:t> - обзор проекта</a:t>
            </a:r>
          </a:p>
          <a:p>
            <a:pPr lvl="0" indent="-342900" marL="342900">
              <a:buAutoNum type="arabicPeriod"/>
            </a:pPr>
            <a:r>
              <a:rPr b="1"/>
              <a:t>USER_GUIDE.md</a:t>
            </a:r>
            <a:r>
              <a:rPr/>
              <a:t> - руководство пользователя</a:t>
            </a:r>
          </a:p>
          <a:p>
            <a:pPr lvl="0" indent="-342900" marL="342900">
              <a:buAutoNum type="arabicPeriod"/>
            </a:pPr>
            <a:r>
              <a:rPr b="1"/>
              <a:t>DEPLOYMENT_SUCCESS.md</a:t>
            </a:r>
            <a:r>
              <a:rPr/>
              <a:t> - отчет о деплое</a:t>
            </a:r>
          </a:p>
          <a:p>
            <a:pPr lvl="0" indent="-342900" marL="342900">
              <a:buAutoNum type="arabicPeriod"/>
            </a:pPr>
            <a:r>
              <a:rPr b="1"/>
              <a:t>SUPABASE_SETUP.md</a:t>
            </a:r>
            <a:r>
              <a:rPr/>
              <a:t> - настройка БД</a:t>
            </a:r>
          </a:p>
          <a:p>
            <a:pPr lvl="0" indent="-342900" marL="342900">
              <a:buAutoNum type="arabicPeriod"/>
            </a:pPr>
            <a:r>
              <a:rPr b="1"/>
              <a:t>DOMAIN_MIGRATION.md</a:t>
            </a:r>
            <a:r>
              <a:rPr/>
              <a:t> - миграция домена</a:t>
            </a:r>
          </a:p>
          <a:p>
            <a:pPr lvl="0" indent="-342900" marL="342900">
              <a:buAutoNum type="arabicPeriod"/>
            </a:pPr>
            <a:r>
              <a:rPr b="1"/>
              <a:t>PRD.md</a:t>
            </a:r>
            <a:r>
              <a:rPr/>
              <a:t> - требования к продукту</a:t>
            </a:r>
          </a:p>
          <a:p>
            <a:pPr lvl="0" indent="0" marL="0">
              <a:buNone/>
            </a:pPr>
            <a:r>
              <a:rPr b="1"/>
              <a:t>Язык:</a:t>
            </a:r>
            <a:r>
              <a:rPr/>
              <a:t> Русский + English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Готовность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 Checklist:</a:t>
            </a:r>
          </a:p>
          <a:p>
            <a:pPr lvl="0"/>
            <a:r>
              <a:rPr/>
              <a:t>✅ Frontend разработан и оптимизирован</a:t>
            </a:r>
          </a:p>
          <a:p>
            <a:pPr lvl="0"/>
            <a:r>
              <a:rPr/>
              <a:t>✅ Backend (Supabase) настроен</a:t>
            </a:r>
          </a:p>
          <a:p>
            <a:pPr lvl="0"/>
            <a:r>
              <a:rPr/>
              <a:t>✅ База данных с Row Level Security</a:t>
            </a:r>
          </a:p>
          <a:p>
            <a:pPr lvl="0"/>
            <a:r>
              <a:rPr/>
              <a:t>✅ Деплой на Vercel</a:t>
            </a:r>
          </a:p>
          <a:p>
            <a:pPr lvl="0"/>
            <a:r>
              <a:rPr/>
              <a:t>✅ Custom домен подключен</a:t>
            </a:r>
          </a:p>
          <a:p>
            <a:pPr lvl="0"/>
            <a:r>
              <a:rPr/>
              <a:t>✅ SSL сертификат</a:t>
            </a:r>
          </a:p>
          <a:p>
            <a:pPr lvl="0"/>
            <a:r>
              <a:rPr/>
              <a:t>✅ Environment variables</a:t>
            </a:r>
          </a:p>
          <a:p>
            <a:pPr lvl="0"/>
            <a:r>
              <a:rPr/>
              <a:t>✅ Документация</a:t>
            </a:r>
          </a:p>
          <a:p>
            <a:pPr lvl="0"/>
            <a:r>
              <a:rPr/>
              <a:t>✅ Тестирование</a:t>
            </a:r>
          </a:p>
          <a:p>
            <a:pPr lvl="0"/>
            <a:r>
              <a:rPr/>
              <a:t>✅ Performance optimization</a:t>
            </a:r>
          </a:p>
          <a:p>
            <a:pPr lvl="0" indent="0" marL="0">
              <a:buNone/>
            </a:pPr>
            <a:r>
              <a:rPr b="1"/>
              <a:t>Статус: 100% готов к использованию!</a:t>
            </a:r>
            <a:r>
              <a:rPr/>
              <a:t> 🎉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Stellar PTW - это:</a:t>
            </a:r>
          </a:p>
          <a:p>
            <a:pPr lvl="0"/>
            <a:r>
              <a:rPr/>
              <a:t>🎯 </a:t>
            </a:r>
            <a:r>
              <a:rPr b="1"/>
              <a:t>Профессиональная система</a:t>
            </a:r>
            <a:r>
              <a:rPr/>
              <a:t> управления PTW</a:t>
            </a:r>
          </a:p>
          <a:p>
            <a:pPr lvl="0"/>
            <a:r>
              <a:rPr/>
              <a:t>⚡ </a:t>
            </a:r>
            <a:r>
              <a:rPr b="1"/>
              <a:t>Быстрая и удобная</a:t>
            </a:r>
            <a:r>
              <a:rPr/>
              <a:t> (&lt; 2 сек загрузка)</a:t>
            </a:r>
          </a:p>
          <a:p>
            <a:pPr lvl="0"/>
            <a:r>
              <a:rPr/>
              <a:t>🔐 </a:t>
            </a:r>
            <a:r>
              <a:rPr b="1"/>
              <a:t>Безопасная</a:t>
            </a:r>
            <a:r>
              <a:rPr/>
              <a:t> (Enterprise-уровень)</a:t>
            </a:r>
          </a:p>
          <a:p>
            <a:pPr lvl="0"/>
            <a:r>
              <a:rPr/>
              <a:t>🌍 </a:t>
            </a:r>
            <a:r>
              <a:rPr b="1"/>
              <a:t>Мультиязычная</a:t>
            </a:r>
            <a:r>
              <a:rPr/>
              <a:t> (3 языка)</a:t>
            </a:r>
          </a:p>
          <a:p>
            <a:pPr lvl="0"/>
            <a:r>
              <a:rPr/>
              <a:t>💰 </a:t>
            </a:r>
            <a:r>
              <a:rPr b="1"/>
              <a:t>Бесплатная</a:t>
            </a:r>
            <a:r>
              <a:rPr/>
              <a:t> в эксплуатации (~$1/мес)</a:t>
            </a:r>
          </a:p>
          <a:p>
            <a:pPr lvl="0"/>
            <a:r>
              <a:rPr/>
              <a:t>📱 </a:t>
            </a:r>
            <a:r>
              <a:rPr b="1"/>
              <a:t>Адаптивная</a:t>
            </a:r>
            <a:r>
              <a:rPr/>
              <a:t> (все устройства)</a:t>
            </a:r>
          </a:p>
          <a:p>
            <a:pPr lvl="0"/>
            <a:r>
              <a:rPr/>
              <a:t>🚀 </a:t>
            </a:r>
            <a:r>
              <a:rPr b="1"/>
              <a:t>Production Ready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Контакты:</a:t>
            </a:r>
          </a:p>
          <a:p>
            <a:pPr lvl="0" indent="0" marL="0">
              <a:buNone/>
            </a:pPr>
            <a:r>
              <a:rPr b="1"/>
              <a:t>Проект:</a:t>
            </a:r>
            <a:r>
              <a:rPr/>
              <a:t> Stellar PTW</a:t>
            </a:r>
            <a:br/>
            <a:r>
              <a:rPr b="1"/>
              <a:t>Сайт:</a:t>
            </a:r>
            <a:r>
              <a:rPr/>
              <a:t> https://stellar-ptw.me</a:t>
            </a:r>
            <a:br/>
            <a:r>
              <a:rPr b="1"/>
              <a:t>GitHub:</a:t>
            </a:r>
            <a:r>
              <a:rPr/>
              <a:t> https://github.com/asanbay/stellar-ptw</a:t>
            </a:r>
          </a:p>
          <a:p>
            <a:pPr lvl="0" indent="0" marL="0">
              <a:buNone/>
            </a:pPr>
            <a:r>
              <a:rPr b="1"/>
              <a:t>Статус:</a:t>
            </a:r>
            <a:r>
              <a:rPr/>
              <a:t> ✅ Production Ready</a:t>
            </a:r>
            <a:br/>
            <a:r>
              <a:rPr b="1"/>
              <a:t>Дата:</a:t>
            </a:r>
            <a:r>
              <a:rPr/>
              <a:t> 28 ноября 2025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2025-11-28T15:01:27Z</dcterms:created>
  <dcterms:modified xsi:type="dcterms:W3CDTF">2025-11-28T15:01:27Z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